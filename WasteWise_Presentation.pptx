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F836C-13A8-48B2-A950-895E8A2612FD}" v="25" dt="2026-10-28T09:50:29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9550D8-042C-47C4-AAAC-E272784F865C}" type="datetimeFigureOut"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79B6B-7C65-4DD1-87A7-44CBA8E2F77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1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ananSangal/WasteWise-Prototyp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nanSangal/WasteWise-Prototyp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ananSangal/WasteWise-Prototyp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2D5F3F">
              <a:alpha val="7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48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WasteWise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Predictive Waste Intelligence for Smart Cities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municipal solid waste management system that combines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vision, forecasting, and route optimization to cut unnecessary trips,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overflows, and save fuel.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5A0"/>
                </a:solidFill>
                <a:latin typeface="Arial"/>
                <a:ea typeface="Arial" pitchFamily="34" charset="-122"/>
                <a:cs typeface="Arial"/>
              </a:rPr>
              <a:t> Open-source prototype  |  Synthetic data demonstration</a:t>
            </a:r>
            <a:endParaRPr lang="en-US" sz="1300" dirty="0">
              <a:latin typeface="Arial"/>
              <a:cs typeface="Arial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9A3C"/>
                </a:solidFill>
                <a:latin typeface="Arial"/>
                <a:ea typeface="Arial" pitchFamily="34" charset="-122"/>
                <a:cs typeface="Arial"/>
              </a:rPr>
              <a:t>GitHub: </a:t>
            </a:r>
            <a:r>
              <a:rPr lang="en-US" sz="1200" dirty="0">
                <a:solidFill>
                  <a:schemeClr val="bg2"/>
                </a:solidFill>
                <a:latin typeface="Arial"/>
                <a:ea typeface="Arial" pitchFamily="34" charset="-122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https://github.com/KananSangal/WasteWise-Prototype</a:t>
            </a:r>
            <a:endParaRPr lang="en-US" sz="1200" dirty="0">
              <a:solidFill>
                <a:schemeClr val="bg2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3533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fixed-schedule waste collection fails Indian cities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WasteWise Does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9933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the predictive intelligence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Capabilities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633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forecasting, routing, and computer vision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273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technology stack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Simulated Impact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913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models show on synthetic Jaipur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Status &amp; Next Steps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5537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built, what is planned, and honest limitations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 in Indian Cities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E3A2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 Mt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solid waste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annually in India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E3A2B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~70%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collected waste still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up untreated or dumped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E3A2B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Fixed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6364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ignore actual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 fill levels every day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means on the ground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60120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Wasted trips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3886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Trucks visit near-empty bins while others overflow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46120" y="32918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42900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40480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Overflow risk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429000" y="3886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Especially near markets and during festivals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26480" y="32918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42900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20840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Higher emissions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309360" y="3886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fuel burned and more CO₂ released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WasteWise: A Predictive Intelligence Layer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WasteWise sits on top of existing bins and trucks. It does not require replacing every bin overnight. Instead it adds three smart capabilities: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109728" cy="868680"/>
          </a:xfrm>
          <a:prstGeom prst="roundRect">
            <a:avLst>
              <a:gd name="adj" fmla="val 33333"/>
            </a:avLst>
          </a:prstGeom>
          <a:solidFill>
            <a:srgbClr val="5B9A3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476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28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21305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how full each bin is (computer vision on images or future sensors)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2697480"/>
            <a:ext cx="109728" cy="868680"/>
          </a:xfrm>
          <a:prstGeom prst="roundRect">
            <a:avLst>
              <a:gd name="adj" fmla="val 33333"/>
            </a:avLst>
          </a:prstGeom>
          <a:solidFill>
            <a:srgbClr val="5B9A3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5351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834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371600" y="31363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fill levels hours and days ahead so crews know where problems will appear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" y="3703320"/>
            <a:ext cx="109728" cy="868680"/>
          </a:xfrm>
          <a:prstGeom prst="roundRect">
            <a:avLst>
              <a:gd name="adj" fmla="val 33333"/>
            </a:avLst>
          </a:prstGeom>
          <a:solidFill>
            <a:srgbClr val="5B9A3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95935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840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371600" y="4142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trucks only to bins that actually need emptying, with capacity-aware routes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Computer Vision for Bin Fill Estimation</a:t>
            </a:r>
            <a:endParaRPr lang="en-US" sz="2200" dirty="0"/>
          </a:p>
        </p:txBody>
      </p:sp>
      <p:pic>
        <p:nvPicPr>
          <p:cNvPr id="4" name="Image 0" descr="/home/workdir/attachments/Pic - AI and Sustainability Insight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420624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434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illustration – smart multi-bin station with camera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84632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current model does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846320" y="15087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CNN looks at a photo of a bin and estimates: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Fill class (Empty / Low / Medium / Full)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Exact fill percentage (0–100%)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846320" y="31089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fill level without sending a person or truck is the foundation for demand-driven collection. The current prototype uses synthetic images; real camera or ultrasonic sensors can plug into the same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Intelligent Collection Planning</a:t>
            </a:r>
            <a:endParaRPr lang="en-US" sz="2200" dirty="0"/>
          </a:p>
        </p:txBody>
      </p:sp>
      <p:pic>
        <p:nvPicPr>
          <p:cNvPr id="4" name="Image 0" descr="/home/workdir/attachments/Pic - Intelligent Collection Plannin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51560"/>
            <a:ext cx="457200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4709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neighbourhood layout with numbered collection points (conceptual)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1206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Forecasting Engine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2064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complementary models work together: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20640" y="19202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525780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 (7-day zone view)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23317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weekly patterns and Indian holidays. Helps planners see which zones will be busy next week.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120640" y="32918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 (6-hour bin view)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57800" y="3703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recent fill history, time of day and bin type to predict the next few hours. Flags bins that will cross the collection threshold soon.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Route Optimisation &amp; Control View</a:t>
            </a:r>
            <a:endParaRPr lang="en-US" sz="2200" dirty="0"/>
          </a:p>
        </p:txBody>
      </p:sp>
      <p:pic>
        <p:nvPicPr>
          <p:cNvPr id="4" name="Image 0" descr="/home/workdir/attachments/Pic - Smart City Control Towe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2976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control-tower dashboard (illustrative)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60720" y="1051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routing works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6072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Only bins ≥ 70% full are considered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Greedy nearest-neighbour heuristic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 trucks, each with 2,000 L capacity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Trucks return to depot when full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Haversine distance on real GPS points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6072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Side-by-side comparison vs fixed routes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Data to Action on the Street</a:t>
            </a:r>
            <a:endParaRPr lang="en-US" sz="2200" dirty="0"/>
          </a:p>
        </p:txBody>
      </p:sp>
      <p:pic>
        <p:nvPicPr>
          <p:cNvPr id="4" name="Image 0" descr="/home/workdir/attachments/Pic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841248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389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view of connected smart bins and collection vehicle with real-time data overlay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(as implemented)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1E3A2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8288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multi-page app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• Route Map • Forecasting • CV Demo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1143000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1E3A2B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234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24328" y="18288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 (zone 7-day)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(bin 6-hour)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CNN (fill class + 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1143000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1E3A2B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234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Optimisation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18888" y="18288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Nearest-neighbour VRP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constraints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fill threshold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114300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903720" y="1143000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1E3A2B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234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13448" y="18288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synthetic bins (5 zones)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 × 24 h fill history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Jaipur GPS coordinates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&amp; Runtime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3.10+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TensorFlow / Keras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0" y="11887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Prophet, XGBoost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Folium (Leaflet)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560320" y="28346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65176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Plotly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Pandas, NumPy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949440" y="28346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 / any Python host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Simulated Impact (Synthetic Jaipur Data)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figures come from the project’s own simulation on 100 bins and a 3-truck fleet. They illustrate potential, not guaranteed real-world results.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1E3A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828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Fewer collection trips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fixed daily routes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60020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1E3A2B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828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51760" y="25603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Shorter total distance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efficiency gain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60020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1E3A2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828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 L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Fuel saved per day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fleet scale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160020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1E3A2B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828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040880" y="25603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Overflows prevented / week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collection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Project README simulated impact table. Real cities typically report 15–40% distance reductions with fill-level driven routing (literature range).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Built vs Planned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5B9A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Implemented (working code)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Synthetic data generator (100 bins, 30 days)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Prophet + XGBoost training scripts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CNN bin-fill classifier &amp; regressor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Nearest-neighbour route optimiser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Streamlit multi-page 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Interactive Folium route maps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KPI cards, trends, heatmaps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0972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yet / Future work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Real IoT ultrasonic / camera feeds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Live production 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Multi-class waste-type sorting (plastic, food…)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Mobile driver 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Integration with existing municipal systems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User authentication &amp; role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Large-scale real-city pilot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Honest Limitations &amp; Assumptions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Synthetic data only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fill levels and images are generated. Real sensor noise, camera conditions and human behaviour are not yet modelled.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Simplified routing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Nearest-neighbour heuristic is fast but not optimal. Real fleets need traffic, time windows and labour rules.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waste-type sorting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CNN estimates fill level, not residual / plastic / food / glass. Multi-class sorting is a natural next step.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Single-city focus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 locations and holiday calendars are Jaipur-specific. Transfer to other cities requires new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live operations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production deployment or integration with municipal control rooms at present.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numbers are simulated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savings illustrate model behaviour on synthetic data; field trials are required for validation.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Sources &amp; 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/>
                <a:ea typeface="Arial" pitchFamily="34" charset="-122"/>
                <a:cs typeface="Arial"/>
              </a:rPr>
              <a:t>1.  </a:t>
            </a:r>
            <a:r>
              <a:rPr lang="en-US" sz="1300" dirty="0" err="1">
                <a:solidFill>
                  <a:srgbClr val="3D3D3D"/>
                </a:solidFill>
                <a:latin typeface="Arial"/>
                <a:ea typeface="Arial" pitchFamily="34" charset="-122"/>
                <a:cs typeface="Arial"/>
              </a:rPr>
              <a:t>WasteWise</a:t>
            </a:r>
            <a:r>
              <a:rPr lang="en-US" sz="1300" dirty="0">
                <a:solidFill>
                  <a:srgbClr val="3D3D3D"/>
                </a:solidFill>
                <a:latin typeface="Arial"/>
                <a:ea typeface="Arial" pitchFamily="34" charset="-122"/>
                <a:cs typeface="Arial"/>
              </a:rPr>
              <a:t> repository: </a:t>
            </a:r>
            <a:r>
              <a:rPr lang="en-US" sz="1300" dirty="0">
                <a:solidFill>
                  <a:srgbClr val="3D3D3D"/>
                </a:solidFill>
                <a:latin typeface="Arial"/>
                <a:ea typeface="Arial" pitchFamily="34" charset="-122"/>
                <a:cs typeface="Arial"/>
                <a:hlinkClick r:id="rId3"/>
              </a:rPr>
              <a:t>https://github.com/KananSangal/WasteWise-Prototype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India MSW generation ≈ 62 million tonnes/year – CPCB / TERI / MoEFCC consistent estimates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Route-optimisation literature: 15–40% distance reduction with fill-level driven collection (multiple peer-reviewed studies)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IoT smart-bin meta-analysis: average ~21% collection distance reduction (MDPI, 2025)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Project simulated impact numbers taken directly from the repository README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Prophet (Facebook/Meta) and XGBoost documentation for forecasting methodology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WasteWise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fixed-schedule collection into demand-driven intelligence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 •  Extensible  •  Built for real municipal problems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chemeClr val="bg2"/>
                </a:solidFill>
                <a:latin typeface="Arial Blac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Prototype Link</a:t>
            </a:r>
            <a:endParaRPr lang="en-US">
              <a:solidFill>
                <a:schemeClr val="bg2"/>
              </a:solidFill>
              <a:ea typeface="Calibri"/>
              <a:cs typeface="Calibri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WasteWise – Predictive Waste Intelligence for Smart Cities</dc:title>
  <dc:subject>AI-powered municipal solid waste management system</dc:subject>
  <dc:creator>WasteWise Team</dc:creator>
  <cp:lastModifiedBy>WasteWise Team</cp:lastModifiedBy>
  <cp:revision>17</cp:revision>
  <dcterms:created xsi:type="dcterms:W3CDTF">2026-10-28T08:42:24Z</dcterms:created>
  <dcterms:modified xsi:type="dcterms:W3CDTF">2026-10-28T09:55:41Z</dcterms:modified>
</cp:coreProperties>
</file>